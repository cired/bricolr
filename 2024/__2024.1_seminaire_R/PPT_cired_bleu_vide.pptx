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4"/>
  </p:notesMasterIdLst>
  <p:handoutMasterIdLst>
    <p:handoutMasterId r:id="rId5"/>
  </p:handoutMasterIdLst>
  <p:sldIdLst>
    <p:sldId id="343" r:id="rId2"/>
    <p:sldId id="344" r:id="rId3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A4B"/>
    <a:srgbClr val="0F2847"/>
    <a:srgbClr val="133258"/>
    <a:srgbClr val="183D6A"/>
    <a:srgbClr val="252C4E"/>
    <a:srgbClr val="392C4A"/>
    <a:srgbClr val="322741"/>
    <a:srgbClr val="513F68"/>
    <a:srgbClr val="323B68"/>
    <a:srgbClr val="0014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Style moyen 1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89" autoAdjust="0"/>
    <p:restoredTop sz="94660"/>
  </p:normalViewPr>
  <p:slideViewPr>
    <p:cSldViewPr snapToGrid="0">
      <p:cViewPr varScale="1">
        <p:scale>
          <a:sx n="93" d="100"/>
          <a:sy n="93" d="100"/>
        </p:scale>
        <p:origin x="-1048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fld id="{50579B90-7053-474F-9C72-B32CC7F707E8}" type="datetime1">
              <a:rPr lang="fr-FR"/>
              <a:pPr>
                <a:defRPr/>
              </a:pPr>
              <a:t>05/11/18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fld id="{449AC310-9982-E943-83AE-45DAEB307FA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96583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fld id="{F404ED14-048A-A94E-B854-BEB18C4213A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12800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5362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fr-FR">
              <a:ea typeface="ヒラギノ角ゴ Pro W3" charset="0"/>
              <a:cs typeface="ヒラギノ角ゴ Pro W3" charset="0"/>
            </a:endParaRPr>
          </a:p>
        </p:txBody>
      </p:sp>
      <p:sp>
        <p:nvSpPr>
          <p:cNvPr id="15363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C7823D7-EC64-9444-B25A-0B72DA5BE37E}" type="slidenum">
              <a:rPr lang="fr-FR" sz="1200"/>
              <a:pPr eaLnBrk="1" hangingPunct="1"/>
              <a:t>1</a:t>
            </a:fld>
            <a:endParaRPr lang="fr-FR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091321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182968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103165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72877" y="286785"/>
            <a:ext cx="8616612" cy="7969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96536"/>
            <a:ext cx="8229600" cy="4421188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cxnSp>
        <p:nvCxnSpPr>
          <p:cNvPr id="6" name="Connecteur droit 5"/>
          <p:cNvCxnSpPr/>
          <p:nvPr userDrawn="1"/>
        </p:nvCxnSpPr>
        <p:spPr>
          <a:xfrm flipV="1">
            <a:off x="364912" y="1131469"/>
            <a:ext cx="8460000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0F2A4B"/>
                </a:gs>
                <a:gs pos="100000">
                  <a:srgbClr val="0F2A4B"/>
                </a:gs>
                <a:gs pos="50000">
                  <a:schemeClr val="tx1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‹#›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638328323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‹#›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3517609434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496536"/>
            <a:ext cx="4038600" cy="44211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496536"/>
            <a:ext cx="4038600" cy="44211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272877" y="286785"/>
            <a:ext cx="8616612" cy="7969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cxnSp>
        <p:nvCxnSpPr>
          <p:cNvPr id="10" name="Connecteur droit 9"/>
          <p:cNvCxnSpPr/>
          <p:nvPr userDrawn="1"/>
        </p:nvCxnSpPr>
        <p:spPr>
          <a:xfrm flipV="1">
            <a:off x="364912" y="1131469"/>
            <a:ext cx="8460000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0F2A4B"/>
                </a:gs>
                <a:gs pos="100000">
                  <a:srgbClr val="0F2A4B"/>
                </a:gs>
                <a:gs pos="50000">
                  <a:schemeClr val="tx1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‹#›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1510217627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9" name="Rectangle 8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‹#›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4215671149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272877" y="286785"/>
            <a:ext cx="8616612" cy="7969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cxnSp>
        <p:nvCxnSpPr>
          <p:cNvPr id="8" name="Connecteur droit 7"/>
          <p:cNvCxnSpPr/>
          <p:nvPr userDrawn="1"/>
        </p:nvCxnSpPr>
        <p:spPr>
          <a:xfrm flipV="1">
            <a:off x="364912" y="1131469"/>
            <a:ext cx="8460000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0F2A4B"/>
                </a:gs>
                <a:gs pos="100000">
                  <a:srgbClr val="0F2A4B"/>
                </a:gs>
                <a:gs pos="50000">
                  <a:schemeClr val="tx1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‹#›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610808331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‹#›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3562158227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‹#›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3009234600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‹#›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2131936631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Rectangle 5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‹#›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2526285949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620713"/>
            <a:ext cx="2057400" cy="5400675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620713"/>
            <a:ext cx="6019800" cy="540067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Rectangle 5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‹#›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262241899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F2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73050" y="442913"/>
            <a:ext cx="8616950" cy="79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</a:t>
            </a:r>
            <a:r>
              <a:rPr lang="fr-FR" dirty="0" smtClean="0"/>
              <a:t>modifier </a:t>
            </a:r>
            <a:r>
              <a:rPr lang="fr-FR" dirty="0"/>
              <a:t>le style du titre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2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6" name="Connecteur droit 5"/>
          <p:cNvCxnSpPr/>
          <p:nvPr userDrawn="1"/>
        </p:nvCxnSpPr>
        <p:spPr>
          <a:xfrm flipV="1">
            <a:off x="364912" y="6197318"/>
            <a:ext cx="8460000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0F2A4B"/>
                </a:gs>
                <a:gs pos="100000">
                  <a:srgbClr val="0F2A4B"/>
                </a:gs>
                <a:gs pos="5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dk1" tx1="lt1" bg2="dk2" tx2="lt2" accent1="accent1" accent2="accent2" accent3="accent3" accent4="accent4" accent5="accent5" accent6="accent6" hlink="hlink" folHlink="folHlink"/>
  <p:sldLayoutIdLst>
    <p:sldLayoutId id="2147484010" r:id="rId1"/>
    <p:sldLayoutId id="2147484011" r:id="rId2"/>
    <p:sldLayoutId id="2147484012" r:id="rId3"/>
    <p:sldLayoutId id="2147484013" r:id="rId4"/>
    <p:sldLayoutId id="2147484014" r:id="rId5"/>
    <p:sldLayoutId id="2147484015" r:id="rId6"/>
    <p:sldLayoutId id="2147484016" r:id="rId7"/>
    <p:sldLayoutId id="2147484017" r:id="rId8"/>
    <p:sldLayoutId id="2147484018" r:id="rId9"/>
    <p:sldLayoutId id="2147484019" r:id="rId10"/>
    <p:sldLayoutId id="2147484020" r:id="rId11"/>
  </p:sldLayoutIdLst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cap="small">
          <a:solidFill>
            <a:schemeClr val="tx1"/>
          </a:solidFill>
          <a:latin typeface="Optima"/>
          <a:ea typeface="ヒラギノ角ゴ Pro W3" charset="-128"/>
          <a:cs typeface="Optima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imes New Roman" charset="0"/>
          <a:ea typeface="ヒラギノ角ゴ Pro W3" charset="-128"/>
          <a:cs typeface="ヒラギノ角ゴ Pro W3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imes New Roman" charset="0"/>
          <a:ea typeface="ヒラギノ角ゴ Pro W3" charset="-128"/>
          <a:cs typeface="ヒラギノ角ゴ Pro W3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imes New Roman" charset="0"/>
          <a:ea typeface="ヒラギノ角ゴ Pro W3" charset="-128"/>
          <a:cs typeface="ヒラギノ角ゴ Pro W3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imes New Roman" charset="0"/>
          <a:ea typeface="ヒラギノ角ゴ Pro W3" charset="-128"/>
          <a:cs typeface="ヒラギノ角ゴ Pro W3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Optima"/>
          <a:ea typeface="ヒラギノ角ゴ Pro W3" charset="-128"/>
          <a:cs typeface="Optima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▪"/>
        <a:defRPr sz="2000">
          <a:solidFill>
            <a:schemeClr val="tx1"/>
          </a:solidFill>
          <a:latin typeface="Optima"/>
          <a:ea typeface="ヒラギノ角ゴ Pro W3" charset="-128"/>
          <a:cs typeface="Optim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Optima"/>
          <a:ea typeface="ヒラギノ角ゴ Pro W3" charset="-128"/>
          <a:cs typeface="Optim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Optima"/>
          <a:ea typeface="ヒラギノ角ゴ Pro W3" charset="-128"/>
          <a:cs typeface="Optim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Optima"/>
          <a:ea typeface="ヒラギノ角ゴ Pro W3" charset="-128"/>
          <a:cs typeface="Optim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ヒラギノ角ゴ Pro W3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ヒラギノ角ゴ Pro W3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ヒラギノ角ゴ Pro W3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ヒラギノ角ゴ Pro W3" charset="-128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Logo_CIRE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5297" y="541503"/>
            <a:ext cx="885547" cy="94561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9219" y="525938"/>
            <a:ext cx="987733" cy="987733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957642" y="2727794"/>
            <a:ext cx="7246558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>
                <a:latin typeface="Optima"/>
                <a:ea typeface="ヒラギノ角ゴ Pro W3" charset="0"/>
                <a:cs typeface="Optima"/>
              </a:rPr>
              <a:t>Titre</a:t>
            </a:r>
            <a:r>
              <a:rPr lang="en-US" sz="2800" dirty="0" smtClean="0">
                <a:latin typeface="Optima"/>
                <a:ea typeface="ヒラギノ角ゴ Pro W3" charset="0"/>
                <a:cs typeface="Optima"/>
              </a:rPr>
              <a:t> </a:t>
            </a:r>
            <a:r>
              <a:rPr lang="en-US" sz="2800" dirty="0" err="1" smtClean="0">
                <a:latin typeface="Optima"/>
                <a:ea typeface="ヒラギノ角ゴ Pro W3" charset="0"/>
                <a:cs typeface="Optima"/>
              </a:rPr>
              <a:t>ligne</a:t>
            </a:r>
            <a:r>
              <a:rPr lang="en-US" sz="2800" dirty="0" smtClean="0">
                <a:latin typeface="Optima"/>
                <a:ea typeface="ヒラギノ角ゴ Pro W3" charset="0"/>
                <a:cs typeface="Optima"/>
              </a:rPr>
              <a:t> 1</a:t>
            </a:r>
          </a:p>
          <a:p>
            <a:r>
              <a:rPr lang="en-US" sz="2800" dirty="0" err="1" smtClean="0">
                <a:latin typeface="Optima"/>
                <a:ea typeface="ヒラギノ角ゴ Pro W3" charset="0"/>
                <a:cs typeface="Optima"/>
              </a:rPr>
              <a:t>Titre</a:t>
            </a:r>
            <a:r>
              <a:rPr lang="en-US" sz="2800" dirty="0" smtClean="0">
                <a:latin typeface="Optima"/>
                <a:ea typeface="ヒラギノ角ゴ Pro W3" charset="0"/>
                <a:cs typeface="Optima"/>
              </a:rPr>
              <a:t> </a:t>
            </a:r>
            <a:r>
              <a:rPr lang="en-US" sz="2800" dirty="0" err="1" smtClean="0">
                <a:latin typeface="Optima"/>
                <a:ea typeface="ヒラギノ角ゴ Pro W3" charset="0"/>
                <a:cs typeface="Optima"/>
              </a:rPr>
              <a:t>ligne</a:t>
            </a:r>
            <a:r>
              <a:rPr lang="en-US" sz="2800" dirty="0" smtClean="0">
                <a:latin typeface="Optima"/>
                <a:ea typeface="ヒラギノ角ゴ Pro W3" charset="0"/>
                <a:cs typeface="Optima"/>
              </a:rPr>
              <a:t> </a:t>
            </a:r>
            <a:r>
              <a:rPr lang="en-US" sz="2800" dirty="0">
                <a:latin typeface="Optima"/>
                <a:ea typeface="ヒラギノ角ゴ Pro W3" charset="0"/>
                <a:cs typeface="Optima"/>
              </a:rPr>
              <a:t>2</a:t>
            </a:r>
            <a:endParaRPr lang="en-US" sz="2800" dirty="0" smtClean="0">
              <a:latin typeface="Optima"/>
              <a:ea typeface="ヒラギノ角ゴ Pro W3" charset="0"/>
              <a:cs typeface="Optima"/>
            </a:endParaRPr>
          </a:p>
          <a:p>
            <a:pPr>
              <a:lnSpc>
                <a:spcPct val="50000"/>
              </a:lnSpc>
            </a:pPr>
            <a:endParaRPr lang="en-US" sz="2000" dirty="0" smtClean="0">
              <a:latin typeface="Optima"/>
              <a:ea typeface="ヒラギノ角ゴ Pro W3" charset="0"/>
              <a:cs typeface="Optima"/>
            </a:endParaRPr>
          </a:p>
          <a:p>
            <a:r>
              <a:rPr lang="en-US" sz="2300" dirty="0" err="1" smtClean="0">
                <a:latin typeface="Optima"/>
                <a:ea typeface="ヒラギノ角ゴ Pro W3" charset="0"/>
                <a:cs typeface="Optima"/>
              </a:rPr>
              <a:t>Évenement</a:t>
            </a:r>
            <a:r>
              <a:rPr lang="en-US" sz="2300" dirty="0" smtClean="0">
                <a:latin typeface="Optima"/>
                <a:ea typeface="ヒラギノ角ゴ Pro W3" charset="0"/>
                <a:cs typeface="Optima"/>
              </a:rPr>
              <a:t> </a:t>
            </a:r>
            <a:r>
              <a:rPr lang="en-US" sz="2300" dirty="0" smtClean="0">
                <a:latin typeface="Optima"/>
                <a:ea typeface="ヒラギノ角ゴ Pro W3" charset="0"/>
                <a:cs typeface="Optima"/>
              </a:rPr>
              <a:t>| </a:t>
            </a:r>
            <a:r>
              <a:rPr lang="en-US" sz="2300" dirty="0" smtClean="0">
                <a:latin typeface="Optima"/>
                <a:ea typeface="ヒラギノ角ゴ Pro W3" charset="0"/>
                <a:cs typeface="Optima"/>
              </a:rPr>
              <a:t>Lieu, date</a:t>
            </a:r>
            <a:endParaRPr lang="en-US" sz="2300" dirty="0" smtClean="0">
              <a:latin typeface="Optima"/>
              <a:ea typeface="ヒラギノ角ゴ Pro W3" charset="0"/>
              <a:cs typeface="Optima"/>
            </a:endParaRPr>
          </a:p>
          <a:p>
            <a:pPr>
              <a:lnSpc>
                <a:spcPct val="50000"/>
              </a:lnSpc>
            </a:pPr>
            <a:endParaRPr lang="en-US" sz="2000" dirty="0" smtClean="0">
              <a:latin typeface="Optima"/>
              <a:ea typeface="ヒラギノ角ゴ Pro W3" charset="0"/>
              <a:cs typeface="Optima"/>
            </a:endParaRPr>
          </a:p>
          <a:p>
            <a:r>
              <a:rPr lang="en-US" sz="1900" dirty="0" smtClean="0">
                <a:latin typeface="Optima"/>
                <a:ea typeface="ヒラギノ角ゴ Pro W3" charset="0"/>
                <a:cs typeface="Optima"/>
              </a:rPr>
              <a:t>- - -</a:t>
            </a:r>
          </a:p>
          <a:p>
            <a:pPr>
              <a:lnSpc>
                <a:spcPct val="50000"/>
              </a:lnSpc>
            </a:pPr>
            <a:endParaRPr lang="en-US" sz="1800" dirty="0" smtClean="0">
              <a:latin typeface="Optima"/>
              <a:ea typeface="ヒラギノ角ゴ Pro W3" charset="0"/>
              <a:cs typeface="Optima"/>
            </a:endParaRPr>
          </a:p>
          <a:p>
            <a:r>
              <a:rPr lang="en-US" sz="1900" dirty="0" smtClean="0">
                <a:latin typeface="Optima"/>
                <a:ea typeface="ヒラギノ角ゴ Pro W3" charset="0"/>
                <a:cs typeface="Optima"/>
              </a:rPr>
              <a:t>Franck </a:t>
            </a:r>
            <a:r>
              <a:rPr lang="en-US" sz="1900" cap="small" dirty="0" smtClean="0">
                <a:latin typeface="Optima"/>
                <a:ea typeface="ヒラギノ角ゴ Pro W3" charset="0"/>
                <a:cs typeface="Optima"/>
              </a:rPr>
              <a:t>Nadaud</a:t>
            </a:r>
            <a:r>
              <a:rPr lang="en-US" sz="1900" dirty="0" smtClean="0">
                <a:latin typeface="Optima"/>
                <a:ea typeface="ヒラギノ角ゴ Pro W3" charset="0"/>
                <a:cs typeface="Optima"/>
              </a:rPr>
              <a:t> | CNRS</a:t>
            </a:r>
            <a:r>
              <a:rPr lang="en-US" sz="1900" dirty="0">
                <a:latin typeface="Optima"/>
                <a:ea typeface="ヒラギノ角ゴ Pro W3" charset="0"/>
                <a:cs typeface="Optima"/>
              </a:rPr>
              <a:t>-</a:t>
            </a:r>
            <a:r>
              <a:rPr lang="en-US" sz="1900" dirty="0" smtClean="0">
                <a:latin typeface="Optima"/>
                <a:ea typeface="ヒラギノ角ゴ Pro W3" charset="0"/>
                <a:cs typeface="Optima"/>
              </a:rPr>
              <a:t>CIRED Paris</a:t>
            </a:r>
          </a:p>
        </p:txBody>
      </p:sp>
    </p:spTree>
    <p:extLst>
      <p:ext uri="{BB962C8B-B14F-4D97-AF65-F5344CB8AC3E}">
        <p14:creationId xmlns:p14="http://schemas.microsoft.com/office/powerpoint/2010/main" val="2393366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6657882"/>
      </p:ext>
    </p:extLst>
  </p:cSld>
  <p:clrMapOvr>
    <a:masterClrMapping/>
  </p:clrMapOvr>
  <p:transition xmlns:p14="http://schemas.microsoft.com/office/powerpoint/2010/main" spd="slow">
    <p:fade/>
  </p:transition>
</p:sld>
</file>

<file path=ppt/theme/theme1.xml><?xml version="1.0" encoding="utf-8"?>
<a:theme xmlns:a="http://schemas.openxmlformats.org/drawingml/2006/main" name="1. Gard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odèle par défau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18343</TotalTime>
  <Words>22</Words>
  <Application>Microsoft Macintosh PowerPoint</Application>
  <PresentationFormat>Présentation à l'écran (4:3)</PresentationFormat>
  <Paragraphs>9</Paragraphs>
  <Slides>2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3" baseType="lpstr">
      <vt:lpstr>1. Garde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subject/>
  <dc:creator>Antoine Missemer</dc:creator>
  <cp:keywords/>
  <dc:description/>
  <cp:lastModifiedBy>Antoine Missemer</cp:lastModifiedBy>
  <cp:revision>687</cp:revision>
  <dcterms:created xsi:type="dcterms:W3CDTF">2010-07-11T08:38:31Z</dcterms:created>
  <dcterms:modified xsi:type="dcterms:W3CDTF">2018-11-05T12:36:07Z</dcterms:modified>
  <cp:category/>
</cp:coreProperties>
</file>