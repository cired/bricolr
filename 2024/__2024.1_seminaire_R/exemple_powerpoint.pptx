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rmarkdown.rstudio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Exemple creation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Franck Nadaud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2024-01-25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an R Markdown document.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Knit</a:t>
            </a:r>
            <a:r>
              <a:rPr/>
              <a:t> button a document will be generated that includes both content as well as the output of any embedded R code chunks within the document. You can embed an R code chunk like this: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(cars)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Including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also embed plots, for example: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emple_powerpoint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Note that the </a:t>
            </a:r>
            <a:r>
              <a:rPr>
                <a:latin typeface="Courier"/>
              </a:rPr>
              <a:t>echo = FALSE</a:t>
            </a:r>
            <a:r>
              <a:rPr/>
              <a:t> parameter was added to the code chunk to prevent printing of the R code that generated the plot.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 creation powerpoint</dc:title>
  <dc:creator>Franck Nadaud</dc:creator>
  <cp:keywords/>
  <dcterms:created xsi:type="dcterms:W3CDTF">2024-01-25T11:07:49Z</dcterms:created>
  <dcterms:modified xsi:type="dcterms:W3CDTF">2024-01-25T11:07:49Z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2024-01-25</vt:lpwstr>
  </property>
  <property fmtid="{D5CDD505-2E9C-101B-9397-08002B2CF9AE}" pid="3" name="output">
    <vt:lpwstr>powerpoint_presentation</vt:lpwstr>
  </property>
</Properties>
</file>