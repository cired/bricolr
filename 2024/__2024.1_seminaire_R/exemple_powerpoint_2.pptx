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72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fr-FR"/>
    </a:defPPr>
    <a:lvl1pPr algn="l" fontAlgn="base" rtl="0">
      <a:spcBef>
        <a:spcPct val="0"/>
      </a:spcBef>
      <a:spcAft>
        <a:spcPct val="0"/>
      </a:spcAft>
      <a:defRPr kern="1200" sz="2400">
        <a:solidFill>
          <a:schemeClr val="tx1"/>
        </a:solidFill>
        <a:latin charset="0" typeface="Arial"/>
        <a:ea charset="0" typeface="ＭＳ Ｐゴシック"/>
        <a:cs charset="0" typeface="ＭＳ Ｐゴシック"/>
      </a:defRPr>
    </a:lvl1pPr>
    <a:lvl2pPr algn="l" fontAlgn="base" marL="457200" rtl="0">
      <a:spcBef>
        <a:spcPct val="0"/>
      </a:spcBef>
      <a:spcAft>
        <a:spcPct val="0"/>
      </a:spcAft>
      <a:defRPr kern="1200" sz="2400">
        <a:solidFill>
          <a:schemeClr val="tx1"/>
        </a:solidFill>
        <a:latin charset="0" typeface="Arial"/>
        <a:ea charset="0" typeface="ＭＳ Ｐゴシック"/>
        <a:cs charset="0" typeface="ＭＳ Ｐゴシック"/>
      </a:defRPr>
    </a:lvl2pPr>
    <a:lvl3pPr algn="l" fontAlgn="base" marL="914400" rtl="0">
      <a:spcBef>
        <a:spcPct val="0"/>
      </a:spcBef>
      <a:spcAft>
        <a:spcPct val="0"/>
      </a:spcAft>
      <a:defRPr kern="1200" sz="2400">
        <a:solidFill>
          <a:schemeClr val="tx1"/>
        </a:solidFill>
        <a:latin charset="0" typeface="Arial"/>
        <a:ea charset="0" typeface="ＭＳ Ｐゴシック"/>
        <a:cs charset="0" typeface="ＭＳ Ｐゴシック"/>
      </a:defRPr>
    </a:lvl3pPr>
    <a:lvl4pPr algn="l" fontAlgn="base" marL="1371600" rtl="0">
      <a:spcBef>
        <a:spcPct val="0"/>
      </a:spcBef>
      <a:spcAft>
        <a:spcPct val="0"/>
      </a:spcAft>
      <a:defRPr kern="1200" sz="2400">
        <a:solidFill>
          <a:schemeClr val="tx1"/>
        </a:solidFill>
        <a:latin charset="0" typeface="Arial"/>
        <a:ea charset="0" typeface="ＭＳ Ｐゴシック"/>
        <a:cs charset="0" typeface="ＭＳ Ｐゴシック"/>
      </a:defRPr>
    </a:lvl4pPr>
    <a:lvl5pPr algn="l" fontAlgn="base" marL="1828800" rtl="0">
      <a:spcBef>
        <a:spcPct val="0"/>
      </a:spcBef>
      <a:spcAft>
        <a:spcPct val="0"/>
      </a:spcAft>
      <a:defRPr kern="1200" sz="2400">
        <a:solidFill>
          <a:schemeClr val="tx1"/>
        </a:solidFill>
        <a:latin charset="0" typeface="Arial"/>
        <a:ea charset="0" typeface="ＭＳ Ｐゴシック"/>
        <a:cs charset="0" typeface="ＭＳ Ｐゴシック"/>
      </a:defRPr>
    </a:lvl5pPr>
    <a:lvl6pPr algn="l" defTabSz="457200" eaLnBrk="1" hangingPunct="1" latinLnBrk="0" marL="2286000" rtl="0">
      <a:defRPr kern="1200" sz="2400">
        <a:solidFill>
          <a:schemeClr val="tx1"/>
        </a:solidFill>
        <a:latin charset="0" typeface="Arial"/>
        <a:ea charset="0" typeface="ＭＳ Ｐゴシック"/>
        <a:cs charset="0" typeface="ＭＳ Ｐゴシック"/>
      </a:defRPr>
    </a:lvl6pPr>
    <a:lvl7pPr algn="l" defTabSz="457200" eaLnBrk="1" hangingPunct="1" latinLnBrk="0" marL="2743200" rtl="0">
      <a:defRPr kern="1200" sz="2400">
        <a:solidFill>
          <a:schemeClr val="tx1"/>
        </a:solidFill>
        <a:latin charset="0" typeface="Arial"/>
        <a:ea charset="0" typeface="ＭＳ Ｐゴシック"/>
        <a:cs charset="0" typeface="ＭＳ Ｐゴシック"/>
      </a:defRPr>
    </a:lvl7pPr>
    <a:lvl8pPr algn="l" defTabSz="457200" eaLnBrk="1" hangingPunct="1" latinLnBrk="0" marL="3200400" rtl="0">
      <a:defRPr kern="1200" sz="2400">
        <a:solidFill>
          <a:schemeClr val="tx1"/>
        </a:solidFill>
        <a:latin charset="0" typeface="Arial"/>
        <a:ea charset="0" typeface="ＭＳ Ｐゴシック"/>
        <a:cs charset="0" typeface="ＭＳ Ｐゴシック"/>
      </a:defRPr>
    </a:lvl8pPr>
    <a:lvl9pPr algn="l" defTabSz="457200" eaLnBrk="1" hangingPunct="1" latinLnBrk="0" marL="3657600" rtl="0">
      <a:defRPr kern="1200" sz="2400">
        <a:solidFill>
          <a:schemeClr val="tx1"/>
        </a:solidFill>
        <a:latin charset="0" typeface="Arial"/>
        <a:ea charset="0" typeface="ＭＳ Ｐゴシック"/>
        <a:cs charset="0" typeface="ＭＳ Ｐゴシック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2A4B"/>
    <a:srgbClr val="0F2847"/>
    <a:srgbClr val="133258"/>
    <a:srgbClr val="183D6A"/>
    <a:srgbClr val="252C4E"/>
    <a:srgbClr val="392C4A"/>
    <a:srgbClr val="322741"/>
    <a:srgbClr val="513F68"/>
    <a:srgbClr val="323B68"/>
    <a:srgbClr val="0014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Style moyen 1 - Accentuation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D03447BB-5D67-496B-8E87-E561075AD55C}" styleName="Style foncé 1 - Accentuation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2DE63D5-997A-4646-A377-4702673A728D}" styleName="Style léger 2 - Accentuation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22589"/>
    <p:restoredTop sz="94660"/>
  </p:normalViewPr>
  <p:slideViewPr>
    <p:cSldViewPr snapToGrid="0">
      <p:cViewPr varScale="1">
        <p:scale>
          <a:sx d="100" n="93"/>
          <a:sy d="100" n="93"/>
        </p:scale>
        <p:origin x="-1048" y="-104"/>
      </p:cViewPr>
      <p:guideLst>
        <p:guide orient="horz" pos="216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sorterViewPr>
    <p:cViewPr>
      <p:scale>
        <a:sx d="100" n="66"/>
        <a:sy d="100" n="66"/>
      </p:scale>
      <p:origin x="0" y="0"/>
    </p:cViewPr>
  </p:sorter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handoutMaster" Target="handoutMasters/handoutMaster1.xml" /><Relationship Id="rId7" Type="http://schemas.openxmlformats.org/officeDocument/2006/relationships/printerSettings" Target="printerSettings/printerSettings1.bin" /><Relationship Id="rId8" Type="http://schemas.openxmlformats.org/officeDocument/2006/relationships/presProps" Target="presProps.xml" /><Relationship Id="rId9" Type="http://schemas.openxmlformats.org/officeDocument/2006/relationships/viewProps" Target="viewProps.xml" /><Relationship Id="rId10" Type="http://schemas.openxmlformats.org/officeDocument/2006/relationships/theme" Target="theme/theme1.xml" /><Relationship Id="rId11" Type="http://schemas.openxmlformats.org/officeDocument/2006/relationships/tableStyles" Target="tableStyles.xml" /><Relationship Id="rId1" Type="http://schemas.openxmlformats.org/officeDocument/2006/relationships/slideMaster" Target="slideMasters/slideMaster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"/>
          <p:cNvSpPr>
            <a:spLocks noGrp="1"/>
          </p:cNvSpPr>
          <p:nvPr>
            <p:ph type="title"/>
          </p:nvPr>
        </p:nvSpPr>
        <p:spPr>
          <a:xfrm>
            <a:off x="272877" y="286785"/>
            <a:ext cx="8616612" cy="796925"/>
          </a:xfrm>
        </p:spPr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cxnSp>
        <p:nvCxnSpPr>
          <p:cNvPr id="8" name="Connecteur droit 7"/>
          <p:cNvCxnSpPr/>
          <p:nvPr userDrawn="1"/>
        </p:nvCxnSpPr>
        <p:spPr>
          <a:xfrm flipV="1">
            <a:off x="364912" y="1131469"/>
            <a:ext cx="8460000" cy="0"/>
          </a:xfrm>
          <a:prstGeom prst="line">
            <a:avLst/>
          </a:prstGeom>
          <a:ln w="19050">
            <a:gradFill flip="none" rotWithShape="1">
              <a:gsLst>
                <a:gs pos="0">
                  <a:srgbClr val="0F2A4B"/>
                </a:gs>
                <a:gs pos="100000">
                  <a:srgbClr val="0F2A4B"/>
                </a:gs>
                <a:gs pos="50000">
                  <a:schemeClr val="tx1"/>
                </a:gs>
              </a:gsLst>
              <a:lin ang="0" scaled="1"/>
              <a:tileRect/>
            </a:gra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 userDrawn="1"/>
        </p:nvSpPr>
        <p:spPr>
          <a:xfrm>
            <a:off x="3274758" y="6296025"/>
            <a:ext cx="2614241" cy="377825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fr-FR" sz="1100" dirty="0" smtClean="0">
                <a:solidFill>
                  <a:srgbClr val="FFFFFF"/>
                </a:solidFill>
                <a:latin typeface="Optima"/>
                <a:cs typeface="Optima"/>
              </a:rPr>
              <a:t>slide </a:t>
            </a:r>
            <a:r>
              <a:rPr lang="fr-FR" sz="1100" dirty="0">
                <a:solidFill>
                  <a:srgbClr val="FFFFFF"/>
                </a:solidFill>
                <a:latin typeface="Optima"/>
                <a:cs typeface="Optima"/>
              </a:rPr>
              <a:t>#</a:t>
            </a:r>
            <a:fld id="{EA468DC0-D358-BF4D-AD98-71F333219BC0}" type="slidenum">
              <a:rPr lang="fr-FR" sz="1100">
                <a:solidFill>
                  <a:srgbClr val="FFFFFF"/>
                </a:solidFill>
                <a:latin typeface="Optima"/>
                <a:cs typeface="Optima"/>
              </a:rPr>
              <a:pPr algn="ctr">
                <a:defRPr/>
              </a:pPr>
              <a:t>‹#›</a:t>
            </a:fld>
            <a:endParaRPr lang="fr-FR" sz="1100" dirty="0">
              <a:solidFill>
                <a:srgbClr val="FFFFFF"/>
              </a:solidFill>
              <a:latin typeface="Optima"/>
              <a:cs typeface="Optima"/>
            </a:endParaRPr>
          </a:p>
        </p:txBody>
      </p:sp>
    </p:spTree>
    <p:extLst>
      <p:ext uri="{BB962C8B-B14F-4D97-AF65-F5344CB8AC3E}">
        <p14:creationId xmlns:p14="http://schemas.microsoft.com/office/powerpoint/2010/main" val="610808331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3274758" y="6296025"/>
            <a:ext cx="2614241" cy="377825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fr-FR" sz="1100" dirty="0" smtClean="0">
                <a:solidFill>
                  <a:srgbClr val="FFFFFF"/>
                </a:solidFill>
                <a:latin typeface="Optima"/>
                <a:cs typeface="Optima"/>
              </a:rPr>
              <a:t>slide </a:t>
            </a:r>
            <a:r>
              <a:rPr lang="fr-FR" sz="1100" dirty="0">
                <a:solidFill>
                  <a:srgbClr val="FFFFFF"/>
                </a:solidFill>
                <a:latin typeface="Optima"/>
                <a:cs typeface="Optima"/>
              </a:rPr>
              <a:t>#</a:t>
            </a:r>
            <a:fld id="{EA468DC0-D358-BF4D-AD98-71F333219BC0}" type="slidenum">
              <a:rPr lang="fr-FR" sz="1100">
                <a:solidFill>
                  <a:srgbClr val="FFFFFF"/>
                </a:solidFill>
                <a:latin typeface="Optima"/>
                <a:cs typeface="Optima"/>
              </a:rPr>
              <a:pPr algn="ctr">
                <a:defRPr/>
              </a:pPr>
              <a:t>‹#›</a:t>
            </a:fld>
            <a:endParaRPr lang="fr-FR" sz="1100" dirty="0">
              <a:solidFill>
                <a:srgbClr val="FFFFFF"/>
              </a:solidFill>
              <a:latin typeface="Optima"/>
              <a:cs typeface="Optima"/>
            </a:endParaRPr>
          </a:p>
        </p:txBody>
      </p:sp>
    </p:spTree>
    <p:extLst>
      <p:ext uri="{BB962C8B-B14F-4D97-AF65-F5344CB8AC3E}">
        <p14:creationId xmlns:p14="http://schemas.microsoft.com/office/powerpoint/2010/main" val="2131936631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Rectangle 5"/>
          <p:cNvSpPr/>
          <p:nvPr userDrawn="1"/>
        </p:nvSpPr>
        <p:spPr>
          <a:xfrm>
            <a:off x="3274758" y="6296025"/>
            <a:ext cx="2614241" cy="377825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fr-FR" sz="1100" dirty="0" smtClean="0">
                <a:solidFill>
                  <a:srgbClr val="FFFFFF"/>
                </a:solidFill>
                <a:latin typeface="Optima"/>
                <a:cs typeface="Optima"/>
              </a:rPr>
              <a:t>slide </a:t>
            </a:r>
            <a:r>
              <a:rPr lang="fr-FR" sz="1100" dirty="0">
                <a:solidFill>
                  <a:srgbClr val="FFFFFF"/>
                </a:solidFill>
                <a:latin typeface="Optima"/>
                <a:cs typeface="Optima"/>
              </a:rPr>
              <a:t>#</a:t>
            </a:r>
            <a:fld id="{EA468DC0-D358-BF4D-AD98-71F333219BC0}" type="slidenum">
              <a:rPr lang="fr-FR" sz="1100">
                <a:solidFill>
                  <a:srgbClr val="FFFFFF"/>
                </a:solidFill>
                <a:latin typeface="Optima"/>
                <a:cs typeface="Optima"/>
              </a:rPr>
              <a:pPr algn="ctr">
                <a:defRPr/>
              </a:pPr>
              <a:t>‹#›</a:t>
            </a:fld>
            <a:endParaRPr lang="fr-FR" sz="1100" dirty="0">
              <a:solidFill>
                <a:srgbClr val="FFFFFF"/>
              </a:solidFill>
              <a:latin typeface="Optima"/>
              <a:cs typeface="Optima"/>
            </a:endParaRPr>
          </a:p>
        </p:txBody>
      </p:sp>
    </p:spTree>
    <p:extLst>
      <p:ext uri="{BB962C8B-B14F-4D97-AF65-F5344CB8AC3E}">
        <p14:creationId xmlns:p14="http://schemas.microsoft.com/office/powerpoint/2010/main" val="2526285949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620713"/>
            <a:ext cx="2057400" cy="5400675"/>
          </a:xfrm>
        </p:spPr>
        <p:txBody>
          <a:bodyPr vert="eaVert"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620713"/>
            <a:ext cx="6019800" cy="540067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Rectangle 5"/>
          <p:cNvSpPr/>
          <p:nvPr userDrawn="1"/>
        </p:nvSpPr>
        <p:spPr>
          <a:xfrm>
            <a:off x="3274758" y="6296025"/>
            <a:ext cx="2614241" cy="377825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fr-FR" sz="1100" dirty="0" smtClean="0">
                <a:solidFill>
                  <a:srgbClr val="FFFFFF"/>
                </a:solidFill>
                <a:latin typeface="Optima"/>
                <a:cs typeface="Optima"/>
              </a:rPr>
              <a:t>slide </a:t>
            </a:r>
            <a:r>
              <a:rPr lang="fr-FR" sz="1100" dirty="0">
                <a:solidFill>
                  <a:srgbClr val="FFFFFF"/>
                </a:solidFill>
                <a:latin typeface="Optima"/>
                <a:cs typeface="Optima"/>
              </a:rPr>
              <a:t>#</a:t>
            </a:r>
            <a:fld id="{EA468DC0-D358-BF4D-AD98-71F333219BC0}" type="slidenum">
              <a:rPr lang="fr-FR" sz="1100">
                <a:solidFill>
                  <a:srgbClr val="FFFFFF"/>
                </a:solidFill>
                <a:latin typeface="Optima"/>
                <a:cs typeface="Optima"/>
              </a:rPr>
              <a:pPr algn="ctr">
                <a:defRPr/>
              </a:pPr>
              <a:t>‹#›</a:t>
            </a:fld>
            <a:endParaRPr lang="fr-FR" sz="1100" dirty="0">
              <a:solidFill>
                <a:srgbClr val="FFFFFF"/>
              </a:solidFill>
              <a:latin typeface="Optima"/>
              <a:cs typeface="Optima"/>
            </a:endParaRPr>
          </a:p>
        </p:txBody>
      </p:sp>
    </p:spTree>
    <p:extLst>
      <p:ext uri="{BB962C8B-B14F-4D97-AF65-F5344CB8AC3E}">
        <p14:creationId xmlns:p14="http://schemas.microsoft.com/office/powerpoint/2010/main" val="262241899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Layout>
</file>

<file path=ppt/slideMasters/_rels/slideMaster1.xml.rels><?xml version="1.0" encoding="UTF-8"?><Relationships xmlns="http://schemas.openxmlformats.org/package/2006/relationships"><Relationship Id="rId11" Target="../slideLayouts/slideLayout11.xml" Type="http://schemas.openxmlformats.org/officeDocument/2006/relationships/slideLayout" /><Relationship Id="rId12" Target="../theme/theme1.xml" Type="http://schemas.openxmlformats.org/officeDocument/2006/relationships/theme" /><Relationship Id="rId1" Target="../slideLayouts/slideLayout1.xml" Type="http://schemas.openxmlformats.org/officeDocument/2006/relationships/slideLayout" /><Relationship Id="rId2" Target="../slideLayouts/slideLayout2.xml" Type="http://schemas.openxmlformats.org/officeDocument/2006/relationships/slideLayout" /><Relationship Id="rId3" Target="../slideLayouts/slideLayout3.xml" Type="http://schemas.openxmlformats.org/officeDocument/2006/relationships/slideLayout" /><Relationship Id="rId4" Target="../slideLayouts/slideLayout4.xml" Type="http://schemas.openxmlformats.org/officeDocument/2006/relationships/slideLayout" /><Relationship Id="rId5" Target="../slideLayouts/slideLayout5.xml" Type="http://schemas.openxmlformats.org/officeDocument/2006/relationships/slideLayout" /><Relationship Id="rId6" Target="../slideLayouts/slideLayout6.xml" Type="http://schemas.openxmlformats.org/officeDocument/2006/relationships/slideLayout" /><Relationship Id="rId7" Target="../slideLayouts/slideLayout7.xml" Type="http://schemas.openxmlformats.org/officeDocument/2006/relationships/slideLayout" /><Relationship Id="rId8" Target="../slideLayouts/slideLayout8.xml" Type="http://schemas.openxmlformats.org/officeDocument/2006/relationships/slideLayout" /><Relationship Id="rId9" Target="../slideLayouts/slideLayout9.xml" Type="http://schemas.openxmlformats.org/officeDocument/2006/relationships/slideLayout" /><Relationship Id="rId10" Target="../slideLayouts/slideLayout10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preserve="1">
  <p:cSld>
    <p:bg>
      <p:bgPr>
        <a:solidFill>
          <a:srgbClr val="0F2A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ChangeArrowheads="1" noGrp="1"/>
          </p:cNvSpPr>
          <p:nvPr>
            <p:ph type="title"/>
          </p:nvPr>
        </p:nvSpPr>
        <p:spPr bwMode="auto">
          <a:xfrm>
            <a:off x="273050" y="442913"/>
            <a:ext cx="8616950" cy="796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anchor="ctr" anchorCtr="0" bIns="45720" compatLnSpc="1" lIns="91440" numCol="1" rIns="91440" tIns="45720" vert="horz" wrap="square">
            <a:prstTxWarp prst="textNoShape">
              <a:avLst/>
            </a:prstTxWarp>
          </a:bodyPr>
          <a:lstStyle/>
          <a:p>
            <a:pPr lvl="0"/>
            <a:r>
              <a:rPr dirty="0" lang="fr-FR"/>
              <a:t>Cliquez pour </a:t>
            </a:r>
            <a:r>
              <a:rPr dirty="0" lang="fr-FR" smtClean="0"/>
              <a:t>modifier </a:t>
            </a:r>
            <a:r>
              <a:rPr dirty="0" lang="fr-FR"/>
              <a:t>le style du titre</a:t>
            </a:r>
          </a:p>
        </p:txBody>
      </p:sp>
      <p:sp>
        <p:nvSpPr>
          <p:cNvPr id="2" name="Rectangle 3"/>
          <p:cNvSpPr>
            <a:spLocks noChangeArrowheads="1" noGrp="1"/>
          </p:cNvSpPr>
          <p:nvPr>
            <p:ph idx="1" type="body"/>
          </p:nvPr>
        </p:nvSpPr>
        <p:spPr bwMode="auto">
          <a:xfrm>
            <a:off x="457200" y="1600200"/>
            <a:ext cx="8229600" cy="4421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anchor="t" anchorCtr="0" bIns="45720" compatLnSpc="1" lIns="91440" numCol="1" rIns="91440" tIns="45720" vert="horz" wrap="square">
            <a:prstTxWarp prst="textNoShape">
              <a:avLst/>
            </a:prstTxWarp>
          </a:bodyPr>
          <a:lstStyle/>
          <a:p>
            <a:pPr lvl="0"/>
            <a:r>
              <a:rPr dirty="0" lang="fr-FR"/>
              <a:t>Cliquez pour modifier les styles du texte du masque</a:t>
            </a:r>
          </a:p>
          <a:p>
            <a:pPr lvl="1"/>
            <a:r>
              <a:rPr dirty="0" lang="fr-FR"/>
              <a:t>Deuxième niveau</a:t>
            </a:r>
          </a:p>
          <a:p>
            <a:pPr lvl="2"/>
            <a:r>
              <a:rPr dirty="0" lang="fr-FR"/>
              <a:t>Troisième niveau</a:t>
            </a:r>
          </a:p>
          <a:p>
            <a:pPr lvl="3"/>
            <a:r>
              <a:rPr dirty="0" lang="fr-FR"/>
              <a:t>Quatrième niveau</a:t>
            </a:r>
          </a:p>
          <a:p>
            <a:pPr lvl="4"/>
            <a:r>
              <a:rPr dirty="0" lang="fr-FR"/>
              <a:t>Cinquième niveau</a:t>
            </a:r>
          </a:p>
        </p:txBody>
      </p:sp>
      <p:cxnSp>
        <p:nvCxnSpPr>
          <p:cNvPr id="6" name="Connecteur droit 5"/>
          <p:cNvCxnSpPr/>
          <p:nvPr userDrawn="1"/>
        </p:nvCxnSpPr>
        <p:spPr>
          <a:xfrm flipV="1">
            <a:off x="364912" y="6197318"/>
            <a:ext cx="8460000" cy="0"/>
          </a:xfrm>
          <a:prstGeom prst="line">
            <a:avLst/>
          </a:prstGeom>
          <a:ln w="19050">
            <a:gradFill flip="none" rotWithShape="1">
              <a:gsLst>
                <a:gs pos="0">
                  <a:srgbClr val="0F2A4B"/>
                </a:gs>
                <a:gs pos="100000">
                  <a:srgbClr val="0F2A4B"/>
                </a:gs>
                <a:gs pos="50000">
                  <a:schemeClr val="accent1">
                    <a:lumMod val="20000"/>
                    <a:lumOff val="80000"/>
                  </a:schemeClr>
                </a:gs>
              </a:gsLst>
              <a:lin ang="0" scaled="1"/>
              <a:tileRect/>
            </a:gra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 accent1="accent1" accent2="accent2" accent3="accent3" accent4="accent4" accent5="accent5" accent6="accent6" bg1="dk1" bg2="dk2" folHlink="folHlink" hlink="hlink" tx1="lt1" tx2="lt2"/>
  <p:sldLayoutIdLst>
    <p:sldLayoutId id="2147484010" r:id="rId1"/>
    <p:sldLayoutId id="2147484011" r:id="rId2"/>
    <p:sldLayoutId id="2147484012" r:id="rId3"/>
    <p:sldLayoutId id="2147484013" r:id="rId4"/>
    <p:sldLayoutId id="2147484014" r:id="rId5"/>
    <p:sldLayoutId id="2147484015" r:id="rId6"/>
    <p:sldLayoutId id="2147484016" r:id="rId7"/>
    <p:sldLayoutId id="2147484017" r:id="rId8"/>
    <p:sldLayoutId id="2147484018" r:id="rId9"/>
    <p:sldLayoutId id="2147484019" r:id="rId10"/>
    <p:sldLayoutId id="2147484020" r:id="rId11"/>
  </p:sldLayoutIdLst>
  <p:transition xmlns:p14="http://schemas.microsoft.com/office/powerpoint/2010/main" spd="slow">
    <p:fade/>
  </p:transition>
  <p:timing>
    <p:tnLst>
      <p:par>
        <p:cTn xmlns:p14="http://schemas.microsoft.com/office/powerpoint/2010/main" dur="indefinite" id="1" nodeType="tmRoot" restart="never"/>
      </p:par>
    </p:tnLst>
  </p:timing>
  <p:hf dt="0" ftr="0" hdr="0" sldNum="0"/>
  <p:txStyles>
    <p:titleStyle>
      <a:lvl1pPr algn="ctr" eaLnBrk="0" fontAlgn="base" hangingPunct="0" rtl="0">
        <a:spcBef>
          <a:spcPct val="0"/>
        </a:spcBef>
        <a:spcAft>
          <a:spcPct val="0"/>
        </a:spcAft>
        <a:defRPr cap="small" sz="3600">
          <a:solidFill>
            <a:schemeClr val="tx1"/>
          </a:solidFill>
          <a:latin typeface="Optima"/>
          <a:ea charset="-128" typeface="ヒラギノ角ゴ Pro W3"/>
          <a:cs typeface="Optima"/>
        </a:defRPr>
      </a:lvl1pPr>
      <a:lvl2pPr algn="ctr" eaLnBrk="0" fontAlgn="base" hangingPunct="0" rtl="0">
        <a:spcBef>
          <a:spcPct val="0"/>
        </a:spcBef>
        <a:spcAft>
          <a:spcPct val="0"/>
        </a:spcAft>
        <a:defRPr sz="3600">
          <a:solidFill>
            <a:schemeClr val="tx1"/>
          </a:solidFill>
          <a:latin charset="0" typeface="Times New Roman"/>
          <a:ea charset="-128" typeface="ヒラギノ角ゴ Pro W3"/>
          <a:cs charset="-128" typeface="ヒラギノ角ゴ Pro W3"/>
        </a:defRPr>
      </a:lvl2pPr>
      <a:lvl3pPr algn="ctr" eaLnBrk="0" fontAlgn="base" hangingPunct="0" rtl="0">
        <a:spcBef>
          <a:spcPct val="0"/>
        </a:spcBef>
        <a:spcAft>
          <a:spcPct val="0"/>
        </a:spcAft>
        <a:defRPr sz="3600">
          <a:solidFill>
            <a:schemeClr val="tx1"/>
          </a:solidFill>
          <a:latin charset="0" typeface="Times New Roman"/>
          <a:ea charset="-128" typeface="ヒラギノ角ゴ Pro W3"/>
          <a:cs charset="-128" typeface="ヒラギノ角ゴ Pro W3"/>
        </a:defRPr>
      </a:lvl3pPr>
      <a:lvl4pPr algn="ctr" eaLnBrk="0" fontAlgn="base" hangingPunct="0" rtl="0">
        <a:spcBef>
          <a:spcPct val="0"/>
        </a:spcBef>
        <a:spcAft>
          <a:spcPct val="0"/>
        </a:spcAft>
        <a:defRPr sz="3600">
          <a:solidFill>
            <a:schemeClr val="tx1"/>
          </a:solidFill>
          <a:latin charset="0" typeface="Times New Roman"/>
          <a:ea charset="-128" typeface="ヒラギノ角ゴ Pro W3"/>
          <a:cs charset="-128" typeface="ヒラギノ角ゴ Pro W3"/>
        </a:defRPr>
      </a:lvl4pPr>
      <a:lvl5pPr algn="ctr" eaLnBrk="0" fontAlgn="base" hangingPunct="0" rtl="0">
        <a:spcBef>
          <a:spcPct val="0"/>
        </a:spcBef>
        <a:spcAft>
          <a:spcPct val="0"/>
        </a:spcAft>
        <a:defRPr sz="3600">
          <a:solidFill>
            <a:schemeClr val="tx1"/>
          </a:solidFill>
          <a:latin charset="0" typeface="Times New Roman"/>
          <a:ea charset="-128" typeface="ヒラギノ角ゴ Pro W3"/>
          <a:cs charset="-128" typeface="ヒラギノ角ゴ Pro W3"/>
        </a:defRPr>
      </a:lvl5pPr>
      <a:lvl6pPr algn="ctr" fontAlgn="base" marL="457200" rtl="0">
        <a:spcBef>
          <a:spcPct val="0"/>
        </a:spcBef>
        <a:spcAft>
          <a:spcPct val="0"/>
        </a:spcAft>
        <a:defRPr sz="3600">
          <a:solidFill>
            <a:schemeClr val="tx2"/>
          </a:solidFill>
          <a:latin charset="0" typeface="Times New Roman"/>
        </a:defRPr>
      </a:lvl6pPr>
      <a:lvl7pPr algn="ctr" fontAlgn="base" marL="914400" rtl="0">
        <a:spcBef>
          <a:spcPct val="0"/>
        </a:spcBef>
        <a:spcAft>
          <a:spcPct val="0"/>
        </a:spcAft>
        <a:defRPr sz="3600">
          <a:solidFill>
            <a:schemeClr val="tx2"/>
          </a:solidFill>
          <a:latin charset="0" typeface="Times New Roman"/>
        </a:defRPr>
      </a:lvl7pPr>
      <a:lvl8pPr algn="ctr" fontAlgn="base" marL="1371600" rtl="0">
        <a:spcBef>
          <a:spcPct val="0"/>
        </a:spcBef>
        <a:spcAft>
          <a:spcPct val="0"/>
        </a:spcAft>
        <a:defRPr sz="3600">
          <a:solidFill>
            <a:schemeClr val="tx2"/>
          </a:solidFill>
          <a:latin charset="0" typeface="Times New Roman"/>
        </a:defRPr>
      </a:lvl8pPr>
      <a:lvl9pPr algn="ctr" fontAlgn="base" marL="1828800" rtl="0">
        <a:spcBef>
          <a:spcPct val="0"/>
        </a:spcBef>
        <a:spcAft>
          <a:spcPct val="0"/>
        </a:spcAft>
        <a:defRPr sz="3600">
          <a:solidFill>
            <a:schemeClr val="tx2"/>
          </a:solidFill>
          <a:latin charset="0" typeface="Times New Roman"/>
        </a:defRPr>
      </a:lvl9pPr>
    </p:titleStyle>
    <p:bodyStyle>
      <a:lvl1pPr algn="l" eaLnBrk="0" fontAlgn="base" hangingPunct="0" indent="-342900" marL="342900" rtl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Optima"/>
          <a:ea charset="-128" typeface="ヒラギノ角ゴ Pro W3"/>
          <a:cs typeface="Optima"/>
        </a:defRPr>
      </a:lvl1pPr>
      <a:lvl2pPr algn="l" eaLnBrk="0" fontAlgn="base" hangingPunct="0" indent="-285750" marL="742950" rtl="0">
        <a:spcBef>
          <a:spcPct val="20000"/>
        </a:spcBef>
        <a:spcAft>
          <a:spcPct val="0"/>
        </a:spcAft>
        <a:buFont charset="0" typeface="Arial"/>
        <a:buChar char="▪"/>
        <a:defRPr sz="2000">
          <a:solidFill>
            <a:schemeClr val="tx1"/>
          </a:solidFill>
          <a:latin typeface="Optima"/>
          <a:ea charset="-128" typeface="ヒラギノ角ゴ Pro W3"/>
          <a:cs typeface="Optima"/>
        </a:defRPr>
      </a:lvl2pPr>
      <a:lvl3pPr algn="l" eaLnBrk="0" fontAlgn="base" hangingPunct="0" indent="-228600" marL="1143000" rtl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Optima"/>
          <a:ea charset="-128" typeface="ヒラギノ角ゴ Pro W3"/>
          <a:cs typeface="Optima"/>
        </a:defRPr>
      </a:lvl3pPr>
      <a:lvl4pPr algn="l" eaLnBrk="0" fontAlgn="base" hangingPunct="0" indent="-228600" marL="1600200" rtl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Optima"/>
          <a:ea charset="-128" typeface="ヒラギノ角ゴ Pro W3"/>
          <a:cs typeface="Optima"/>
        </a:defRPr>
      </a:lvl4pPr>
      <a:lvl5pPr algn="l" eaLnBrk="0" fontAlgn="base" hangingPunct="0" indent="-228600" marL="2057400" rtl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Optima"/>
          <a:ea charset="-128" typeface="ヒラギノ角ゴ Pro W3"/>
          <a:cs typeface="Optima"/>
        </a:defRPr>
      </a:lvl5pPr>
      <a:lvl6pPr algn="l" fontAlgn="base" indent="-228600" marL="2514600" rtl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charset="-128" typeface="ヒラギノ角ゴ Pro W3"/>
        </a:defRPr>
      </a:lvl6pPr>
      <a:lvl7pPr algn="l" fontAlgn="base" indent="-228600" marL="2971800" rtl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charset="-128" typeface="ヒラギノ角ゴ Pro W3"/>
        </a:defRPr>
      </a:lvl7pPr>
      <a:lvl8pPr algn="l" fontAlgn="base" indent="-228600" marL="3429000" rtl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charset="-128" typeface="ヒラギノ角ゴ Pro W3"/>
        </a:defRPr>
      </a:lvl8pPr>
      <a:lvl9pPr algn="l" fontAlgn="base" indent="-228600" marL="3886200" rtl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charset="-128" typeface="ヒラギノ角ゴ Pro W3"/>
        </a:defRPr>
      </a:lvl9pPr>
    </p:bodyStyle>
    <p:otherStyle>
      <a:defPPr>
        <a:defRPr lang="fr-FR"/>
      </a:defPPr>
      <a:lvl1pPr algn="l" defTabSz="4572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://rmarkdown.rstudio.com" TargetMode="Externa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Exemple creation powerpoint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Franck Nadaud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2024-01-25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 Markdown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is an R Markdown document. Markdown is a simple formatting syntax for authoring HTML, PDF, and MS Word documents. For more details on using R Markdown see </a:t>
            </a:r>
            <a:r>
              <a:rPr>
                <a:hlinkClick r:id="rId2"/>
              </a:rPr>
              <a:t>http://rmarkdown.rstudio.com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When you click the </a:t>
            </a:r>
            <a:r>
              <a:rPr b="1"/>
              <a:t>Knit</a:t>
            </a:r>
            <a:r>
              <a:rPr/>
              <a:t> button a document will be generated that includes both content as well as the output of any embedded R code chunks within the document. You can embed an R code chunk like this:</a:t>
            </a:r>
          </a:p>
          <a:p>
            <a:pPr lvl="0" indent="0" marL="0">
              <a:buNone/>
            </a:pPr>
            <a:r>
              <a:rPr/>
              <a:t>#—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summary</a:t>
            </a:r>
            <a:r>
              <a:rPr>
                <a:latin typeface="Courier"/>
              </a:rPr>
              <a:t>(cars)</a:t>
            </a:r>
          </a:p>
          <a:p>
            <a:pPr lvl="0" indent="0">
              <a:buNone/>
            </a:pPr>
            <a:r>
              <a:rPr>
                <a:latin typeface="Courier"/>
              </a:rPr>
              <a:t>##      speed           dist       
##  Min.   : 4.0   Min.   :  2.00  
##  1st Qu.:12.0   1st Qu.: 26.00  
##  Median :15.0   Median : 36.00  
##  Mean   :15.4   Mean   : 42.98  
##  3rd Qu.:19.0   3rd Qu.: 56.00  
##  Max.   :25.0   Max.   :120.00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Including Plots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 can also embed plots, for example:</a:t>
            </a:r>
          </a:p>
          <a:p>
            <a:pPr lvl="0" indent="0" marL="0">
              <a:buNone/>
            </a:pPr>
            <a:r>
              <a:rPr/>
              <a:t>#—</a:t>
            </a:r>
          </a:p>
        </p:txBody>
      </p:sp>
      <p:pic>
        <p:nvPicPr>
          <p:cNvPr descr="exemple_powerpoint_2_files/figure-pptx/pressure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355600"/>
            <a:ext cx="5105400" cy="4089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Note that the </a:t>
            </a:r>
            <a:r>
              <a:rPr>
                <a:latin typeface="Courier"/>
              </a:rPr>
              <a:t>echo = FALSE</a:t>
            </a:r>
            <a:r>
              <a:rPr/>
              <a:t> parameter was added to the code chunk to prevent printing of the R code that generated the plot.</a:t>
            </a:r>
          </a:p>
        </p:txBody>
      </p:sp>
    </p:spTree>
  </p:cSld>
</p:sld>
</file>

<file path=ppt/theme/theme1.xml><?xml version="1.0" encoding="utf-8"?>
<a:theme xmlns:a="http://schemas.openxmlformats.org/drawingml/2006/main" name="1. Gard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odèle par défaut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Modèle par défau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18343</TotalTime>
  <Words>22</Words>
  <Application>Microsoft Macintosh PowerPoint</Application>
  <PresentationFormat>Présentation à l'écran (4:3)</PresentationFormat>
  <Paragraphs>9</Paragraphs>
  <Slides>2</Slides>
  <Notes>1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3" baseType="lpstr">
      <vt:lpstr>1. Garde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Exemple creation powerpoint</dc:title>
  <dc:creator>Franck Nadaud</dc:creator>
  <cp:keywords/>
  <dcterms:created xsi:type="dcterms:W3CDTF">2024-01-25T12:39:53Z</dcterms:created>
  <dcterms:modified xsi:type="dcterms:W3CDTF">2024-01-25T12:39:53Z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2024-01-25</vt:lpwstr>
  </property>
  <property fmtid="{D5CDD505-2E9C-101B-9397-08002B2CF9AE}" pid="3" name="output">
    <vt:lpwstr/>
  </property>
</Properties>
</file>